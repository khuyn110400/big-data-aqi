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đồ: ĐẦU VÀO → Pha1(/clean) → Pha2(/aqi) → Pha3(/agg,HBase) → PHỤC VỤ. Hai NHÁNH MỞ RỘNG chạy NGOÀI lõi, lấy đầu vào từ /aqi (sau Pha 2): (1) Phân cụm vùng — 5 thuật toán, chọn theo silhouette, K-means k=3; (2) Dự báo AQI 24h — SGD/Random Forest/CNN-LSTM, Random Forest thắng. Kết quả cũng đổ về HBase/Dashboard. Đây là phần Khôi/Diệp trình bày sâu; Huyền chỉ giới thiệu vị trí.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Nhánh mở rộng — máy tự chọn. Phân cụm: 5 thuật toán 3 tầng, chọn theo silhouette → K-means k=3 (0,3547), thắng sát Bisecting, HDBSCAN loại, cấu trúc yếu. Dự báo: 3 tầng SGD/Random Forest/CNN-LSTM, chọn theo RMSE/R² → Random Forest (20,10; 0,7297); SGD thắng MAE; CNN-LSTM ít mẫu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+ hai nhánh mở rộng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pha lõi (làm sạch → tính AQI → tổng hợp); phân cụm &amp; dự báo chạy ngoài lõi trên /aqi.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38528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12848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12848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22576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95728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key=(trạm,giờ)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22576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95728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≤3h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17136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791456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01184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74336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PM)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01184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AQI=max(IAQI)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mức+chất trội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95744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70064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79792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52944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key=(thành phố,ngày)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79792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52944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74352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9930384" y="1444752"/>
            <a:ext cx="1801368" cy="4315968"/>
          </a:xfrm>
          <a:prstGeom prst="roundRect">
            <a:avLst>
              <a:gd name="adj" fmla="val 4061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930384" y="2194560"/>
            <a:ext cx="1801368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212848" y="4114800"/>
            <a:ext cx="7443216" cy="1627632"/>
          </a:xfrm>
          <a:prstGeom prst="roundRect">
            <a:avLst>
              <a:gd name="adj" fmla="val 4494"/>
            </a:avLst>
          </a:prstGeom>
          <a:solidFill>
            <a:srgbClr val="FAFBFE"/>
          </a:solidFill>
          <a:ln w="15875">
            <a:solidFill>
              <a:srgbClr val="7A5BA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377440" y="416966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· ngoài lõi — chạy trên /aqi, máy tự chọn mô hình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24728" y="3840480"/>
            <a:ext cx="219456" cy="256032"/>
          </a:xfrm>
          <a:prstGeom prst="downArrow">
            <a:avLst/>
          </a:prstGeom>
          <a:solidFill>
            <a:srgbClr val="7A5B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457200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7A5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569464" y="4572000"/>
            <a:ext cx="324612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K-means · T2 GMM, Bisecting KM · T3 DBSCAN, HDBSCAN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K-means k=3 (silhouette 0,3547)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53328" y="45720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2E9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90488" y="4572000"/>
            <a:ext cx="320040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SGD · T2 Random Forest · T3 CNN-LSTM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Random Forest (RMSE 20,10; R² 0,73)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674352" y="4974336"/>
            <a:ext cx="256032" cy="219456"/>
          </a:xfrm>
          <a:prstGeom prst="rightArrow">
            <a:avLst/>
          </a:prstGeom>
          <a:solidFill>
            <a:srgbClr val="7A5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7200" y="58521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cài bằng Spark; batch &amp; streaming dùng chung lõi aqi_core.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6858000" cy="1965960"/>
          </a:xfrm>
          <a:prstGeom prst="roundRect">
            <a:avLst>
              <a:gd name="adj" fmla="val 325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97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với 6 chất PM2.5, PM10, O₃, NO₂, SO₂, CO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00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trội =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cho IAQI lớn nhất.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73736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0" y="1737360"/>
            <a:ext cx="109728" cy="914400"/>
          </a:xfrm>
          <a:prstGeom prst="roundRect">
            <a:avLst/>
          </a:prstGeom>
          <a:solidFill>
            <a:srgbClr val="4F9D5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36992" y="17373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24h = 35,2 → IAQI = 70,4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27889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863840" y="278892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giờ dùng NowCast 12h cho PM; AQI ngày dùng trung bình 24h.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858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0698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50698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32816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32816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4934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14934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97052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7052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917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917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5029200"/>
            <a:ext cx="109728" cy="105156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5029200"/>
            <a:ext cx="10469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lưu ý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còn chậm hơn 2 exec (overhead lấn át). Dưới tuyến tính do Python UDF serialize + shuffle. Hạn chế: 4 worker trên MỘT máy Docker — chưa phải cụm nhiều node.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mở rộng — máy tự chọn mô hình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nhiều mô hình theo 3 tầng, chọn tự động: phân cụm theo silhouette, dự báo theo RMSE/R².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8132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2.400 điểm (thành phố × tháng)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685800"/>
                <a:gridCol w="8229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Thuật toán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cụm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Silhouette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K-means (k=3)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A5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0,3547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Bisecting K-means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0,2354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0,3140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50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loại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892040"/>
            <a:ext cx="55778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4892040"/>
            <a:ext cx="109728" cy="1143000"/>
          </a:xfrm>
          <a:prstGeom prst="roundRect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4892040"/>
            <a:ext cx="5166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 thắng nhưng chỉ hơn Bisecting 0,015; silhouette 0,35 = cấu trúc yếu. HDBSCAN bị loại (không thoả ≤6 cụm &amp; nhiễu ≤20%).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148132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10 tháng train / 2 tháng test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SGD online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0,7243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0,7297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CNN-LSTM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55080" y="4892040"/>
            <a:ext cx="530352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4892040"/>
            <a:ext cx="109728" cy="1143000"/>
          </a:xfrm>
          <a:prstGeom prst="roundRect">
            <a:avLst/>
          </a:prstGeom>
          <a:solidFill>
            <a:srgbClr val="2E9BA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11112" y="489204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thắng RMSE &amp; R²; nhưng SGD thắng MAE (9,99). CNN-LSTM test ít mẫu hơn (~120K) nên chỉ mang tính tham khảo.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2026-09-21T09:49:32Z</dcterms:created>
  <dcterms:modified xsi:type="dcterms:W3CDTF">2026-09-21T09:49:32Z</dcterms:modified>
</cp:coreProperties>
</file>